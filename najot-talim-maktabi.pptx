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463040"/>
            <a:ext cx="4572000" cy="4572000"/>
          </a:xfrm>
          <a:prstGeom prst="ellipse">
            <a:avLst/>
          </a:prstGeom>
          <a:solidFill>
            <a:srgbClr val="1FB5A8">
              <a:alpha val="20000"/>
            </a:srgbClr>
          </a:solidFill>
          <a:ln w="12700">
            <a:solidFill>
              <a:srgbClr val="1FB5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A3A2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NAMANGAN · TA'LIM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Najot Ta'lim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Maktabi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Bilim bugun — kelajak ertaga. Har bir o'quvchi uchun ishonchli, zamonaviy va ilhomlantiruvchi ta'lim muhiti.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Najot Ta'lim Maktabi</a:t>
            </a:r>
            <a:pPr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Namangan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A3A2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 HAQIMIZDA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Nima uchun </a:t>
            </a:r>
            <a:pPr indent="0" marL="0">
              <a:buNone/>
            </a:pPr>
            <a:r>
              <a:rPr lang="en-US" sz="3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Najot Ta'lim?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0" cy="822960"/>
          </a:xfrm>
          <a:prstGeom prst="roundRect">
            <a:avLst>
              <a:gd name="adj" fmla="val 13333"/>
            </a:avLst>
          </a:prstGeom>
          <a:solidFill>
            <a:srgbClr val="163373"/>
          </a:solidFill>
          <a:ln w="9525">
            <a:solidFill>
              <a:srgbClr val="2C4A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Sifatli bilim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3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Puxta asos va kuchli o'qituvchilar bilan mustahkam natija.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24912"/>
            <a:ext cx="4206240" cy="822960"/>
          </a:xfrm>
          <a:prstGeom prst="roundRect">
            <a:avLst>
              <a:gd name="adj" fmla="val 13333"/>
            </a:avLst>
          </a:prstGeom>
          <a:solidFill>
            <a:srgbClr val="163373"/>
          </a:solidFill>
          <a:ln w="9525">
            <a:solidFill>
              <a:srgbClr val="2C4A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249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Zamonaviy yondashuv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3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Amaliy ko'nikmalar, texnologiya va yangi fikrlash.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66744"/>
            <a:ext cx="4206240" cy="822960"/>
          </a:xfrm>
          <a:prstGeom prst="roundRect">
            <a:avLst>
              <a:gd name="adj" fmla="val 13333"/>
            </a:avLst>
          </a:prstGeom>
          <a:solidFill>
            <a:srgbClr val="163373"/>
          </a:solidFill>
          <a:ln w="9525">
            <a:solidFill>
              <a:srgbClr val="2C4A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66674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Ishonchli kelajak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3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 bir bola uchun yorqin yo'l va katta imkoniyatlar.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783080"/>
            <a:ext cx="3566160" cy="2706624"/>
          </a:xfrm>
          <a:prstGeom prst="roundRect">
            <a:avLst>
              <a:gd name="adj" fmla="val 5068"/>
            </a:avLst>
          </a:prstGeom>
          <a:solidFill>
            <a:srgbClr val="163373"/>
          </a:solidFill>
          <a:ln w="19050">
            <a:solidFill>
              <a:srgbClr val="6F86BF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5029200" y="1783080"/>
            <a:ext cx="3566160" cy="2706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Maktab rasmini shu yerga qo'ying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Najot Ta'lim Maktabi</a:t>
            </a:r>
            <a:pPr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Namangan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A3A2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MAKTAB HAYOTI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Bizning </a:t>
            </a:r>
            <a:pPr indent="0" marL="0">
              <a:buNone/>
            </a:pPr>
            <a:r>
              <a:rPr lang="en-US" sz="30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0" cy="2788920"/>
          </a:xfrm>
          <a:prstGeom prst="roundRect">
            <a:avLst>
              <a:gd name="adj" fmla="val 4918"/>
            </a:avLst>
          </a:prstGeom>
          <a:solidFill>
            <a:srgbClr val="163373"/>
          </a:solidFill>
          <a:ln w="19050">
            <a:solidFill>
              <a:srgbClr val="6F86BF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40233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Bino / sinf xonasi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3840480" cy="1316736"/>
          </a:xfrm>
          <a:prstGeom prst="roundRect">
            <a:avLst>
              <a:gd name="adj" fmla="val 10417"/>
            </a:avLst>
          </a:prstGeom>
          <a:solidFill>
            <a:srgbClr val="163373"/>
          </a:solidFill>
          <a:ln w="19050">
            <a:solidFill>
              <a:srgbClr val="6F86B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754880" y="1691640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O'quvchilar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754880" y="3163824"/>
            <a:ext cx="3840480" cy="1316736"/>
          </a:xfrm>
          <a:prstGeom prst="roundRect">
            <a:avLst>
              <a:gd name="adj" fmla="val 10417"/>
            </a:avLst>
          </a:prstGeom>
          <a:solidFill>
            <a:srgbClr val="163373"/>
          </a:solidFill>
          <a:ln w="19050">
            <a:solidFill>
              <a:srgbClr val="6F86B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754880" y="3163824"/>
            <a:ext cx="384048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Tadbirlar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Najot Ta'lim Maktabi</a:t>
            </a:r>
            <a:pPr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Namangan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A3A2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BIZGA QO'SHILING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Kelajakni </a:t>
            </a:r>
            <a:pPr indent="0" marL="0">
              <a:buNone/>
            </a:pPr>
            <a:r>
              <a:rPr lang="en-US" sz="3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birga quramiz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Farzandingiz uchun eng yaxshi boshlanish shu yerdan. Biz bilan bog'laning va maktabimiz bilan tanishing.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3373"/>
          </a:solidFill>
          <a:ln w="9525">
            <a:solidFill>
              <a:srgbClr val="2C4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Manzil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3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Namangan shahri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29260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3373"/>
          </a:solidFill>
          <a:ln w="9525">
            <a:solidFill>
              <a:srgbClr val="2C4A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3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+998 __ ___ __ 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9260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163373"/>
          </a:solidFill>
          <a:ln w="9525">
            <a:solidFill>
              <a:srgbClr val="2C4A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926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E3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@najot_talim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Najot Ta'lim Maktabi</a:t>
            </a:r>
            <a:pPr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Namangan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4617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Rahmat!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2026-09-28T05:43:47Z</dcterms:created>
  <dcterms:modified xsi:type="dcterms:W3CDTF">2026-09-28T05:43:47Z</dcterms:modified>
</cp:coreProperties>
</file>